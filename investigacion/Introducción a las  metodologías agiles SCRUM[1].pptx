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B39-DF52-4F09-BC90-C190D1E0AC35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DD31-8ED0-4A63-89EB-A741263B637A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B39-DF52-4F09-BC90-C190D1E0AC35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DD31-8ED0-4A63-89EB-A741263B637A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B39-DF52-4F09-BC90-C190D1E0AC35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DD31-8ED0-4A63-89EB-A741263B637A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B39-DF52-4F09-BC90-C190D1E0AC35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DD31-8ED0-4A63-89EB-A741263B637A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B39-DF52-4F09-BC90-C190D1E0AC35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DD31-8ED0-4A63-89EB-A741263B637A}" type="slidenum">
              <a:rPr lang="es-ES" smtClean="0"/>
              <a:t>‹Nº›</a:t>
            </a:fld>
            <a:endParaRPr lang="es-E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B39-DF52-4F09-BC90-C190D1E0AC35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DD31-8ED0-4A63-89EB-A741263B637A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B39-DF52-4F09-BC90-C190D1E0AC35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DD31-8ED0-4A63-89EB-A741263B637A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B39-DF52-4F09-BC90-C190D1E0AC35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DD31-8ED0-4A63-89EB-A741263B637A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B39-DF52-4F09-BC90-C190D1E0AC35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DD31-8ED0-4A63-89EB-A741263B637A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B39-DF52-4F09-BC90-C190D1E0AC35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DD31-8ED0-4A63-89EB-A741263B637A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B39-DF52-4F09-BC90-C190D1E0AC35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DD31-8ED0-4A63-89EB-A741263B637A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0C709B39-DF52-4F09-BC90-C190D1E0AC35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66F7DD31-8ED0-4A63-89EB-A741263B637A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576" y="4581128"/>
            <a:ext cx="7543800" cy="1524000"/>
          </a:xfrm>
        </p:spPr>
        <p:txBody>
          <a:bodyPr/>
          <a:lstStyle/>
          <a:p>
            <a:r>
              <a:rPr lang="es-ES" dirty="0"/>
              <a:t>Introducción a las  metodologías agiles SCRUM</a:t>
            </a:r>
          </a:p>
        </p:txBody>
      </p:sp>
    </p:spTree>
    <p:extLst>
      <p:ext uri="{BB962C8B-B14F-4D97-AF65-F5344CB8AC3E}">
        <p14:creationId xmlns:p14="http://schemas.microsoft.com/office/powerpoint/2010/main" val="257555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INTEGRANTES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Karla Coronel</a:t>
            </a:r>
          </a:p>
          <a:p>
            <a:r>
              <a:rPr lang="es-ES" dirty="0"/>
              <a:t>Andrea </a:t>
            </a:r>
            <a:r>
              <a:rPr lang="es-ES" dirty="0" err="1"/>
              <a:t>Campaz</a:t>
            </a:r>
            <a:endParaRPr lang="es-ES" dirty="0"/>
          </a:p>
          <a:p>
            <a:r>
              <a:rPr lang="es-ES" dirty="0" err="1"/>
              <a:t>Anhyé</a:t>
            </a:r>
            <a:r>
              <a:rPr lang="es-ES" dirty="0"/>
              <a:t> Andino </a:t>
            </a:r>
          </a:p>
          <a:p>
            <a:r>
              <a:rPr lang="es-ES" dirty="0"/>
              <a:t>Jared Bravo</a:t>
            </a:r>
          </a:p>
          <a:p>
            <a:r>
              <a:rPr lang="es-ES" dirty="0"/>
              <a:t>Fabiana Tumbaco</a:t>
            </a:r>
          </a:p>
          <a:p>
            <a:r>
              <a:rPr lang="es-ES" dirty="0"/>
              <a:t>Bryan </a:t>
            </a:r>
            <a:r>
              <a:rPr lang="es-ES" dirty="0" err="1"/>
              <a:t>Lopez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05521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476672"/>
            <a:ext cx="6781800" cy="1600200"/>
          </a:xfrm>
        </p:spPr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132856"/>
            <a:ext cx="7543800" cy="3886200"/>
          </a:xfrm>
        </p:spPr>
        <p:txBody>
          <a:bodyPr/>
          <a:lstStyle/>
          <a:p>
            <a:r>
              <a:rPr lang="es-ES" b="1" dirty="0" err="1"/>
              <a:t>Scrum</a:t>
            </a:r>
            <a:r>
              <a:rPr lang="es-ES" b="1" dirty="0"/>
              <a:t>: </a:t>
            </a:r>
            <a:r>
              <a:rPr lang="es-ES" dirty="0"/>
              <a:t>marco ágil para desarrollo de software basado en colaboración, adaptabilidad y entrega incremental.</a:t>
            </a:r>
          </a:p>
          <a:p>
            <a:r>
              <a:rPr lang="es-ES" b="1" dirty="0"/>
              <a:t>Objetivo: </a:t>
            </a:r>
            <a:r>
              <a:rPr lang="es-ES" dirty="0"/>
              <a:t>simular un Sprint para el desarrollo de una aplicación de gestión de tareas.</a:t>
            </a:r>
          </a:p>
          <a:p>
            <a:r>
              <a:rPr lang="es-ES" b="1" dirty="0"/>
              <a:t>Historias de Usuario (</a:t>
            </a:r>
            <a:r>
              <a:rPr lang="es-ES" b="1" dirty="0" err="1"/>
              <a:t>HUs</a:t>
            </a:r>
            <a:r>
              <a:rPr lang="es-ES" b="1" dirty="0"/>
              <a:t>): </a:t>
            </a:r>
            <a:r>
              <a:rPr lang="es-ES" dirty="0"/>
              <a:t>definidas desde la perspectiva del usuario final para asegurar valor real</a:t>
            </a:r>
          </a:p>
        </p:txBody>
      </p:sp>
    </p:spTree>
    <p:extLst>
      <p:ext uri="{BB962C8B-B14F-4D97-AF65-F5344CB8AC3E}">
        <p14:creationId xmlns:p14="http://schemas.microsoft.com/office/powerpoint/2010/main" val="334786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692696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es-ES" dirty="0"/>
              <a:t>Historias de Usuario clave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276872"/>
            <a:ext cx="7543800" cy="3886200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b="1" dirty="0"/>
              <a:t>HU1 – Registro de emprendedor: </a:t>
            </a:r>
            <a:r>
              <a:rPr lang="es-ES" dirty="0"/>
              <a:t>registrarse y mostrar productos.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Como emprendedor estudiantil, quiero poder registrarme en la plataforma para mostrar mis productos y conectarme con posibles clientes.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s-ES" b="1" dirty="0"/>
              <a:t>HU2 – Visualización de productos: </a:t>
            </a:r>
            <a:r>
              <a:rPr lang="es-ES" dirty="0"/>
              <a:t>ver descripciones, precios e imágenes.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Como estudiante, quiero poder ver detalles de los productos ofrecidos incluyendo descripciones, precios e imágenes para tomar decisiones informadas sobre mis compras.</a:t>
            </a:r>
          </a:p>
        </p:txBody>
      </p:sp>
    </p:spTree>
    <p:extLst>
      <p:ext uri="{BB962C8B-B14F-4D97-AF65-F5344CB8AC3E}">
        <p14:creationId xmlns:p14="http://schemas.microsoft.com/office/powerpoint/2010/main" val="403074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476672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es-ES" dirty="0"/>
              <a:t>Historias de Usuario clave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204864"/>
            <a:ext cx="7543800" cy="3886200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s-ES" b="1" dirty="0"/>
              <a:t>HU3 – Lista de favoritos:</a:t>
            </a:r>
            <a:r>
              <a:rPr lang="es-ES" dirty="0"/>
              <a:t> agregar productos favoritos.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i="1" dirty="0"/>
              <a:t>Como estudiante, quiero poder agregar productos a una lista de favoritos para encontrarlos fácilmente más tarde.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s-ES" b="1" dirty="0"/>
              <a:t>HU4 – Edición de perfil:</a:t>
            </a:r>
            <a:r>
              <a:rPr lang="es-ES" dirty="0"/>
              <a:t> actualizar presentación y productos.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i="1" dirty="0"/>
              <a:t>Como emprendedor estudiantil, quiero poder editar mi perfil para mantener actualizada mi formación y presentación.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659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692696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es-ES" dirty="0"/>
              <a:t>Historias de Usuario clave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204864"/>
            <a:ext cx="7543800" cy="3886200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s-ES" b="1" dirty="0"/>
              <a:t>HU5 – Pagos seguros:</a:t>
            </a:r>
            <a:r>
              <a:rPr lang="es-ES" dirty="0"/>
              <a:t> realizar pagos de manera segura.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i="1" dirty="0"/>
              <a:t>Como estudiante, quiero poder realizar pagos de manera segura y fácil en la plataforma.</a:t>
            </a:r>
            <a:endParaRPr lang="es-ES" dirty="0"/>
          </a:p>
          <a:p>
            <a:pPr marL="457200" indent="-457200">
              <a:buFont typeface="+mj-lt"/>
              <a:buAutoNum type="arabicPeriod" startAt="5"/>
            </a:pPr>
            <a:r>
              <a:rPr lang="es-ES" b="1" dirty="0"/>
              <a:t>HU6 – Notificaciones:</a:t>
            </a:r>
            <a:r>
              <a:rPr lang="es-ES" dirty="0"/>
              <a:t> recibir alertas de nuevos productos.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i="1" dirty="0"/>
              <a:t>Como estudiante, quiero recibir notificaciones cuando se agreguen nuevos productos y servicios que me interesan para estar al día.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51732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692696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es-ES" dirty="0"/>
              <a:t>Objetivo del Sprint:</a:t>
            </a:r>
            <a:br>
              <a:rPr lang="es-ES" dirty="0"/>
            </a:b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276872"/>
            <a:ext cx="7543800" cy="3886200"/>
          </a:xfrm>
        </p:spPr>
        <p:txBody>
          <a:bodyPr/>
          <a:lstStyle/>
          <a:p>
            <a:r>
              <a:rPr lang="es-ES" dirty="0"/>
              <a:t>Desarrollar funcionalidades esenciales que permitan a estudiantes y emprendedores interactuar con la plataforma: registro, visualización de productos, favoritos, edición de perfil, pagos y notificaciones.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1421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476672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es-ES" dirty="0"/>
              <a:t>Sprint </a:t>
            </a:r>
            <a:r>
              <a:rPr lang="es-ES" dirty="0" err="1"/>
              <a:t>Backlog</a:t>
            </a:r>
            <a:r>
              <a:rPr lang="es-ES" dirty="0"/>
              <a:t>:</a:t>
            </a:r>
            <a:br>
              <a:rPr lang="es-ES" dirty="0"/>
            </a:br>
            <a:endParaRPr lang="es-ES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862923"/>
              </p:ext>
            </p:extLst>
          </p:nvPr>
        </p:nvGraphicFramePr>
        <p:xfrm>
          <a:off x="899592" y="1484784"/>
          <a:ext cx="7272808" cy="403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8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36">
                <a:tc>
                  <a:txBody>
                    <a:bodyPr/>
                    <a:lstStyle/>
                    <a:p>
                      <a:r>
                        <a:rPr lang="es-ES" dirty="0"/>
                        <a:t>Historia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Tareas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9621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HU1 –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Registro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emprendedor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formulario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registro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Validación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datos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Configurar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roles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usuario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9621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HU2 –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Visualización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página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listado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productos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filtros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búsqueda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Mostrar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imágenes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descripciones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precios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735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HU3 –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favoritos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Agregar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botón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favorito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sección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favoritos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el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perfil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735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HU4 –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Edición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perfil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formulario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edición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perfil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Función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actualizar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datos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foto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168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548680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es-ES" dirty="0"/>
              <a:t>Presentación del Incremento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204864"/>
            <a:ext cx="7543800" cy="38862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b="1" dirty="0"/>
              <a:t>HU1:</a:t>
            </a:r>
            <a:r>
              <a:rPr lang="es-ES" dirty="0"/>
              <a:t> flujo de registro, validaciones y roles (</a:t>
            </a:r>
            <a:r>
              <a:rPr lang="es-ES" dirty="0" err="1"/>
              <a:t>mockups</a:t>
            </a:r>
            <a:r>
              <a:rPr lang="es-ES" dirty="0"/>
              <a:t> en pizarra).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b="1" dirty="0"/>
              <a:t>Registro de emprendedor</a:t>
            </a:r>
            <a:endParaRPr lang="es-ES" dirty="0"/>
          </a:p>
          <a:p>
            <a:pPr marL="457200" indent="-457200">
              <a:buFont typeface="+mj-lt"/>
              <a:buAutoNum type="arabicPeriod" startAt="2"/>
            </a:pPr>
            <a:r>
              <a:rPr lang="es-ES" b="1" dirty="0"/>
              <a:t>HU2:</a:t>
            </a:r>
            <a:r>
              <a:rPr lang="es-ES" dirty="0"/>
              <a:t> listado de productos, filtros y búsqueda (notas adhesivas).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/>
              <a:t>Visualización de productos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s-ES" b="1" dirty="0"/>
              <a:t>HU3:</a:t>
            </a:r>
            <a:r>
              <a:rPr lang="es-ES" dirty="0"/>
              <a:t> favoritos y sección en perfil.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/>
              <a:t>Lista de favoritos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s-ES" b="1" dirty="0"/>
              <a:t>HU4:</a:t>
            </a:r>
            <a:r>
              <a:rPr lang="es-ES" dirty="0"/>
              <a:t> edición de perfil de emprendedor.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/>
              <a:t>Edición de perfil</a:t>
            </a:r>
          </a:p>
          <a:p>
            <a:pPr marL="457200" indent="-457200">
              <a:buFont typeface="+mj-lt"/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45820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692696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es-ES" dirty="0"/>
              <a:t>Resultados del Sprint </a:t>
            </a:r>
            <a:r>
              <a:rPr lang="es-ES" dirty="0" err="1"/>
              <a:t>Review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276872"/>
            <a:ext cx="7550224" cy="3886200"/>
          </a:xfrm>
        </p:spPr>
        <p:txBody>
          <a:bodyPr/>
          <a:lstStyle/>
          <a:p>
            <a:r>
              <a:rPr lang="es-ES" dirty="0"/>
              <a:t>Incremento simulado aprobado parcialmente.</a:t>
            </a:r>
          </a:p>
          <a:p>
            <a:r>
              <a:rPr lang="es-ES" dirty="0"/>
              <a:t>HU5 y HU6 quedan para siguientes </a:t>
            </a:r>
            <a:r>
              <a:rPr lang="es-ES" dirty="0" err="1"/>
              <a:t>Sprints</a:t>
            </a:r>
            <a:r>
              <a:rPr lang="es-ES" dirty="0"/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9531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692696"/>
            <a:ext cx="6781800" cy="1600200"/>
          </a:xfrm>
        </p:spPr>
        <p:txBody>
          <a:bodyPr/>
          <a:lstStyle/>
          <a:p>
            <a:r>
              <a:rPr lang="es-ES" dirty="0"/>
              <a:t>Retrospectiva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204864"/>
            <a:ext cx="7543800" cy="3886200"/>
          </a:xfrm>
        </p:spPr>
        <p:txBody>
          <a:bodyPr/>
          <a:lstStyle/>
          <a:p>
            <a:r>
              <a:rPr lang="es-ES" b="1" dirty="0"/>
              <a:t>Lo que salió bien:</a:t>
            </a:r>
            <a:r>
              <a:rPr lang="es-ES" dirty="0"/>
              <a:t> coordinación, claridad en </a:t>
            </a:r>
            <a:r>
              <a:rPr lang="es-ES" dirty="0" err="1"/>
              <a:t>mockups</a:t>
            </a:r>
            <a:r>
              <a:rPr lang="es-ES" dirty="0"/>
              <a:t>, criterios de aceptación claros.</a:t>
            </a:r>
          </a:p>
          <a:p>
            <a:r>
              <a:rPr lang="es-ES" b="1" dirty="0"/>
              <a:t>A mejorar:</a:t>
            </a:r>
            <a:r>
              <a:rPr lang="es-ES" dirty="0"/>
              <a:t> tiempo estimado de tareas y definición de base de datos.</a:t>
            </a:r>
          </a:p>
          <a:p>
            <a:r>
              <a:rPr lang="es-ES" b="1" dirty="0"/>
              <a:t>Acciones para el próximo Sprint:</a:t>
            </a:r>
            <a:r>
              <a:rPr lang="es-ES" dirty="0"/>
              <a:t> planificar HU5 y HU6, diagramas de flujo más detallados, revisión de priorización de </a:t>
            </a:r>
            <a:r>
              <a:rPr lang="es-ES" dirty="0" err="1"/>
              <a:t>HUs</a:t>
            </a:r>
            <a:r>
              <a:rPr lang="es-ES" dirty="0"/>
              <a:t>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2068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620688"/>
            <a:ext cx="6781800" cy="1600200"/>
          </a:xfrm>
        </p:spPr>
        <p:txBody>
          <a:bodyPr/>
          <a:lstStyle/>
          <a:p>
            <a:r>
              <a:rPr lang="es-ES" dirty="0"/>
              <a:t>Conclusión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276872"/>
            <a:ext cx="7543800" cy="3886200"/>
          </a:xfrm>
        </p:spPr>
        <p:txBody>
          <a:bodyPr/>
          <a:lstStyle/>
          <a:p>
            <a:r>
              <a:rPr lang="es-ES" dirty="0"/>
              <a:t>Avance en planificación, diseño y simulación de incrementos funcionales.</a:t>
            </a:r>
          </a:p>
          <a:p>
            <a:r>
              <a:rPr lang="es-ES" dirty="0"/>
              <a:t>Identificación de mejoras para mayor eficiencia.</a:t>
            </a:r>
          </a:p>
          <a:p>
            <a:r>
              <a:rPr lang="es-ES" dirty="0"/>
              <a:t>HU5 y HU6 trasladadas al próximo Sprint con </a:t>
            </a:r>
            <a:r>
              <a:rPr lang="es-ES" dirty="0" err="1"/>
              <a:t>feedback</a:t>
            </a:r>
            <a:r>
              <a:rPr lang="es-ES" dirty="0"/>
              <a:t> incorporado.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52355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38</TotalTime>
  <Words>552</Words>
  <Application>Microsoft Office PowerPoint</Application>
  <PresentationFormat>Presentación en pantalla (4:3)</PresentationFormat>
  <Paragraphs>60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Impact</vt:lpstr>
      <vt:lpstr>Times New Roman</vt:lpstr>
      <vt:lpstr>Wingdings</vt:lpstr>
      <vt:lpstr>NewsPrint</vt:lpstr>
      <vt:lpstr>Introducción a las  metodologías agiles SCRUM</vt:lpstr>
      <vt:lpstr>INTEGRANTES</vt:lpstr>
      <vt:lpstr>Introducción</vt:lpstr>
      <vt:lpstr>Historias de Usuario clave</vt:lpstr>
      <vt:lpstr>Historias de Usuario clave</vt:lpstr>
      <vt:lpstr>Historias de Usuario clave</vt:lpstr>
      <vt:lpstr>Objetivo del Sprint: </vt:lpstr>
      <vt:lpstr>Sprint Backlog: </vt:lpstr>
      <vt:lpstr>Presentación del Incremento</vt:lpstr>
      <vt:lpstr>Resultados del Sprint Review</vt:lpstr>
      <vt:lpstr>Retrospectiva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las  metodologías agiles SCRUM</dc:title>
  <dc:creator>judith09lopez04@hotmail.com</dc:creator>
  <cp:lastModifiedBy>Anhyé Andino</cp:lastModifiedBy>
  <cp:revision>5</cp:revision>
  <dcterms:created xsi:type="dcterms:W3CDTF">2025-10-01T02:46:56Z</dcterms:created>
  <dcterms:modified xsi:type="dcterms:W3CDTF">2025-10-01T03:42:58Z</dcterms:modified>
</cp:coreProperties>
</file>